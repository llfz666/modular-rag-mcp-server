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介绍保险行业的整体发展情况</a:t>
            </a:r>
          </a:p>
          <a:p/>
          <a:p>
            <a:r>
              <a:t>关键点说明：</a:t>
            </a:r>
          </a:p>
          <a:p>
            <a:r>
              <a:t>1. 这是第1页的核心内容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参考数据：POL2026813192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分析各类保险产品的市场表现</a:t>
            </a:r>
          </a:p>
          <a:p/>
          <a:p>
            <a:r>
              <a:t>关键点说明：</a:t>
            </a:r>
          </a:p>
          <a:p>
            <a:r>
              <a:t>1. 这是第2页的核心内容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参考数据：POL2026134054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展示线上线下销售渠道数据</a:t>
            </a:r>
          </a:p>
          <a:p/>
          <a:p>
            <a:r>
              <a:t>关键点说明：</a:t>
            </a:r>
          </a:p>
          <a:p>
            <a:r>
              <a:t>1. 这是第3页的核心内容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参考数据：POL2026218236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说明理赔效率和服务质量</a:t>
            </a:r>
          </a:p>
          <a:p/>
          <a:p>
            <a:r>
              <a:t>关键点说明：</a:t>
            </a:r>
          </a:p>
          <a:p>
            <a:r>
              <a:t>1. 这是第4页的核心内容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参考数据：POL2026142070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展示关键财务指标</a:t>
            </a:r>
          </a:p>
          <a:p/>
          <a:p>
            <a:r>
              <a:t>关键点说明：</a:t>
            </a:r>
          </a:p>
          <a:p>
            <a:r>
              <a:t>1. 这是第5页的核心内容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参考数据：POL2026799745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介绍风险控制措施</a:t>
            </a:r>
          </a:p>
          <a:p/>
          <a:p>
            <a:r>
              <a:t>关键点说明：</a:t>
            </a:r>
          </a:p>
          <a:p>
            <a:r>
              <a:t>1. 这是第6页的核心内容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参考数据：POL2026577104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说明合规管理情况</a:t>
            </a:r>
          </a:p>
          <a:p/>
          <a:p>
            <a:r>
              <a:t>关键点说明：</a:t>
            </a:r>
          </a:p>
          <a:p>
            <a:r>
              <a:t>1. 这是第7页的核心内容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参考数据：POL2026763967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【演讲者备注】</a:t>
            </a:r>
          </a:p>
          <a:p>
            <a:r>
              <a:t>未来发展战略和目标</a:t>
            </a:r>
          </a:p>
          <a:p/>
          <a:p>
            <a:r>
              <a:t>关键点说明：</a:t>
            </a:r>
          </a:p>
          <a:p>
            <a:r>
              <a:t>1. 这是第8页的核心内容</a:t>
            </a:r>
          </a:p>
          <a:p>
            <a:r>
              <a:t>2. 需要重点强调数据背后的意义</a:t>
            </a:r>
          </a:p>
          <a:p>
            <a:r>
              <a:t>3. 结合实际情况进行解读</a:t>
            </a:r>
          </a:p>
          <a:p/>
          <a:p>
            <a:r>
              <a:t>参考数据：POL2026540233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 年保险业务发展报告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新华人寿保险股份有限公司</a:t>
            </a:r>
          </a:p>
          <a:p>
            <a:r>
              <a:t>2026 年03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市场规模持续扩大，2024 年原保险保费收入同比增长 8.5%</a:t>
            </a:r>
          </a:p>
          <a:p>
            <a:pPr/>
            <a:r>
              <a:t>人身险业务稳健发展，健康险增速显著</a:t>
            </a:r>
          </a:p>
          <a:p>
            <a:pPr/>
            <a:r>
              <a:t>财产险业务稳步增长，车险综合改革成效显著</a:t>
            </a:r>
          </a:p>
          <a:p>
            <a:pPr/>
            <a:r>
              <a:t>互联网保险快速发展，数字化转型升级加速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传统寿险产品保持稳定增长</a:t>
            </a:r>
          </a:p>
          <a:p>
            <a:pPr/>
            <a:r>
              <a:t>健康保险产品创新活跃，百万医疗险持续火热</a:t>
            </a:r>
          </a:p>
          <a:p>
            <a:pPr/>
            <a:r>
              <a:t>养老保险迎来新发展机遇</a:t>
            </a:r>
          </a:p>
          <a:p>
            <a:pPr/>
            <a:r>
              <a:t>意外险产品更加多元化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销售渠道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代理人渠道转型深化，人均产能提升</a:t>
            </a:r>
          </a:p>
          <a:p>
            <a:pPr/>
            <a:r>
              <a:t>银保渠道价值转型持续推进</a:t>
            </a:r>
          </a:p>
          <a:p>
            <a:pPr/>
            <a:r>
              <a:t>互联网渠道占比不断提升</a:t>
            </a:r>
          </a:p>
          <a:p>
            <a:pPr/>
            <a:r>
              <a:t>多元化销售渠道协同发展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理赔服务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理赔时效持续缩短，平均理赔时间降至 2 天</a:t>
            </a:r>
          </a:p>
          <a:p>
            <a:pPr/>
            <a:r>
              <a:t>理赔获赔率保持在 98% 以上</a:t>
            </a:r>
          </a:p>
          <a:p>
            <a:pPr/>
            <a:r>
              <a:t>线上理赔占比超过 70%</a:t>
            </a:r>
          </a:p>
          <a:p>
            <a:pPr/>
            <a:r>
              <a:t>小额理赔实现自动化处理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财务表现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营业收入稳步增长</a:t>
            </a:r>
          </a:p>
          <a:p>
            <a:pPr/>
            <a:r>
              <a:t>盈利能力保持行业领先</a:t>
            </a:r>
          </a:p>
          <a:p>
            <a:pPr/>
            <a:r>
              <a:t>资产质量持续优化</a:t>
            </a:r>
          </a:p>
          <a:p>
            <a:pPr/>
            <a:r>
              <a:t>偿付能力充足率远超监管要求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完善全面风险管理体系</a:t>
            </a:r>
          </a:p>
          <a:p>
            <a:pPr/>
            <a:r>
              <a:t>加强资产负债匹配管理</a:t>
            </a:r>
          </a:p>
          <a:p>
            <a:pPr/>
            <a:r>
              <a:t>提升投资风险管理能力</a:t>
            </a:r>
          </a:p>
          <a:p>
            <a:pPr/>
            <a:r>
              <a:t>强化操作风险防控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监管合规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严格执行监管各项规定</a:t>
            </a:r>
          </a:p>
          <a:p>
            <a:pPr/>
            <a:r>
              <a:t>完善公司治理结构</a:t>
            </a:r>
          </a:p>
          <a:p>
            <a:pPr/>
            <a:r>
              <a:t>加强消费者权益保护</a:t>
            </a:r>
          </a:p>
          <a:p>
            <a:pPr/>
            <a:r>
              <a:t>提升信息披露质量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发展规划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坚持高质量发展战略</a:t>
            </a:r>
          </a:p>
          <a:p>
            <a:pPr/>
            <a:r>
              <a:t>深化数字化转型</a:t>
            </a:r>
          </a:p>
          <a:p>
            <a:pPr/>
            <a:r>
              <a:t>推进生态圈建设</a:t>
            </a:r>
          </a:p>
          <a:p>
            <a:pPr/>
            <a:r>
              <a:t>提升客户服务体验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财务数据汇总表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2021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2022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 年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保费收入 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净利润 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总资产 (亿元)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净资产收益率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55.9%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综合赔付率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